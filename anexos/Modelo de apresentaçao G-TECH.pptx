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48" autoAdjust="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 bright="70000" contrast="-70000"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507C6-1589-F322-7367-B1A0C0078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A2B0C3-DF3E-6D90-8C5E-B48A2B4C4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5694" y="374687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ED0EF7-92C9-319F-9F4E-A5DC4DCF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3902" y="6492875"/>
            <a:ext cx="445698" cy="365125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352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0BD36-0255-B286-D3B0-B2D44EAF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939" y="397384"/>
            <a:ext cx="10197861" cy="1325563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9321F3-A520-C5FB-4881-08A06F256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939" y="2018625"/>
            <a:ext cx="10197860" cy="42128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830462-C70C-A136-E97C-ADA55D21F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6648" y="6459057"/>
            <a:ext cx="504645" cy="398943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518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D3117-B034-4521-8ED4-38AF9B712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6877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15E6CB-F961-3DC5-5533-736B695A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320936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81BA26-0EE5-3CFA-9E6E-2C6A993F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1154" y="6459057"/>
            <a:ext cx="470139" cy="398943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842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55180-0BDB-8DCF-74FD-9F7CD70AE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928" y="365125"/>
            <a:ext cx="10144664" cy="1325563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62CF2-05D5-75E9-4FFA-FF6DCFEF1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6928" y="2107719"/>
            <a:ext cx="4932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DCE2E9-F281-9B25-4159-2311A575C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107719"/>
            <a:ext cx="505939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A9D9EE-7F32-98E4-B0A6-3F53E6D3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4" y="6459057"/>
            <a:ext cx="575090" cy="398943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21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C9154-06CC-E733-B4E1-28943E2A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091" y="378276"/>
            <a:ext cx="10320218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455E9F-457F-0CFE-B813-54D3577C8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2091" y="1971224"/>
            <a:ext cx="500771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CBF277-AD7F-1BF8-B35A-7C25A61F3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091" y="2795136"/>
            <a:ext cx="500771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5DA5B8A-6D65-8AFC-A742-A024D807A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9306" y="1964321"/>
            <a:ext cx="5100679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52DF30-A2F0-B161-7AAF-EF51652D5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9307" y="2795136"/>
            <a:ext cx="5100679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4282CE-2194-21E3-FB4A-E41F21A8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3902" y="6459057"/>
            <a:ext cx="487392" cy="398943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34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587CF-C881-200F-7172-7E4C7FDFE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928" y="365125"/>
            <a:ext cx="10266872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0B0643-93C2-143C-3718-540C6D74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1154" y="6459057"/>
            <a:ext cx="470139" cy="398943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492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451349-4A03-F18D-4604-699E92B09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9396" y="6459057"/>
            <a:ext cx="521898" cy="398943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392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4EF07-ECE3-DADB-D29E-4A0A8AC51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338" y="645813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5AAA2F-D60F-CEF6-A0C1-5C95AB00A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222" y="1257300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4B3331-9FC2-A9B6-41C7-DD62CEC07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0339" y="2254639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B99257-C20D-6DD2-0A19-EE7DBDAAB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2422" y="6459057"/>
            <a:ext cx="518872" cy="398943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23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2BE24-A974-3403-5B50-3A2CC3A4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373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E2F68F7-6DC5-2F29-D230-7F149016A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87196" y="99218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A4C81A-8106-7406-FED0-59E327440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7372" y="2054224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F82B02-D540-FBA2-502F-975197B6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59396" y="6459057"/>
            <a:ext cx="521898" cy="398943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14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F60A8-9B63-913C-EF14-A43548AC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180" y="365125"/>
            <a:ext cx="10249619" cy="1325563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733616-2E0D-F83C-9F21-7AF0C8101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04180" y="1825625"/>
            <a:ext cx="1024962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500828-2107-44DD-8521-60D3D4FE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3902" y="6459057"/>
            <a:ext cx="487392" cy="398943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787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D9BB05-0AA9-A859-43EB-81ACECD1B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208145-B706-D5F8-880E-C25B5F7DB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86928" y="365125"/>
            <a:ext cx="7485572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83FF5D-7489-733A-CC28-A84446A8D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8408" y="6459057"/>
            <a:ext cx="452886" cy="398943"/>
          </a:xfrm>
        </p:spPr>
        <p:txBody>
          <a:bodyPr/>
          <a:lstStyle/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442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 bright="70000" contrast="-70000"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1BC84AE-A2C8-01BE-4C5E-D81C57A72F5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biLevel thresh="75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78068" y="33818"/>
            <a:ext cx="913932" cy="81157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4A9057A-86DD-42E1-D92E-9387D942BBA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1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33818"/>
            <a:ext cx="1189978" cy="921772"/>
          </a:xfrm>
          <a:prstGeom prst="rect">
            <a:avLst/>
          </a:prstGeom>
        </p:spPr>
      </p:pic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EA9EA-9F6E-BCFF-E0F4-7171E7465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5660" y="6459057"/>
            <a:ext cx="435634" cy="398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99F0D-C521-4684-8890-66D05D9947E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297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ED612-2826-8C53-C0A8-DCC049E7D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36B2B0-8A57-ED22-88B9-BE422444D2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8425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Aptos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7</cp:revision>
  <dcterms:created xsi:type="dcterms:W3CDTF">2025-10-07T12:50:50Z</dcterms:created>
  <dcterms:modified xsi:type="dcterms:W3CDTF">2025-10-07T13:23:15Z</dcterms:modified>
</cp:coreProperties>
</file>